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Shipments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Ship</c:v>
                  </c:pt>
                  <c:pt idx="1">
                    <c:v>Truck</c:v>
                  </c:pt>
                  <c:pt idx="2">
                    <c:v>Air</c:v>
                  </c:pt>
                  <c:pt idx="3">
                    <c:v>Rail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1278</c:v>
                </c:pt>
                <c:pt idx="1">
                  <c:v>1265</c:v>
                </c:pt>
                <c:pt idx="2">
                  <c:v>1254</c:v>
                </c:pt>
                <c:pt idx="3">
                  <c:v>1253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E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Express</c:v>
                </c:pt>
                <c:pt idx="1">
                  <c:v>Standard</c:v>
                </c:pt>
                <c:pt idx="2">
                  <c:v>Economy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49</c:v>
                </c:pt>
                <c:pt idx="1">
                  <c:v>26</c:v>
                </c:pt>
                <c:pt idx="2">
                  <c:v>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Days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3.1</c:v>
                </c:pt>
                <c:pt idx="1">
                  <c:v>1.8</c:v>
                </c:pt>
                <c:pt idx="2">
                  <c:v>2.4</c:v>
                </c:pt>
                <c:pt idx="3">
                  <c:v>2.8</c:v>
                </c:pt>
                <c:pt idx="4">
                  <c:v>2.6</c:v>
                </c:pt>
                <c:pt idx="5">
                  <c:v>2.9</c:v>
                </c:pt>
                <c:pt idx="6">
                  <c:v>1.2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E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POWER BI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Chavan  ·  Data Science Student  ·  Power BI Developer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4663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github.com/Tejaschavan5109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dashboard?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25603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built to monitor end-to-end logistics operations across the United States.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tracks 5,050 shipments across 4 transport modes, 8 origin cities, and 6 destination cities — providing real-time insights into delays, cancellations, and delivery performance.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1732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5,050 Shipments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764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across all routes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304288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304288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Transport Modes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Air, Rail, Ship, Truck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191256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91256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DAX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538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&amp; KPIs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Tools used: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4224528"/>
            <a:ext cx="1234440" cy="292608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2245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Power BI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4224528"/>
            <a:ext cx="1234440" cy="292608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42245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DAX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4224528"/>
            <a:ext cx="1234440" cy="292608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42245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Excel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23560" y="4224528"/>
            <a:ext cx="1234440" cy="292608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42245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Python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4224528"/>
            <a:ext cx="1234440" cy="292608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2245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GitHub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Tejas Chavan  ·  Transport &amp; Logistics Dashboard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KEY PERFORMANCE INDICATORS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5,050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048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modes combined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0040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4048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26480" y="2167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4048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54480" y="29260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54480" y="29260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108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554480" y="3675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Days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913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delayed shipment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29260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292608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108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480560" y="3675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3913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shipments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Tejas Chavan  ·  Transport &amp; Logistics Dashboard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SHIPMENT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by transport mode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3258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822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577840" y="1188720"/>
          <a:ext cx="32918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3886200"/>
            <a:ext cx="329184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15000" y="3931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shipments dominate at 49% — fastest delivery but highest cost category.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Tejas Chavan  ·  Transport &amp; Logistics Dashboard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DELAY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delay trends &amp; shipment volume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32588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822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E4A"/>
                </a:solidFill>
              </a:rPr>
              <a:t>Top delay routes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0" y="132588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325880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380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E4A"/>
                </a:solidFill>
              </a:rPr>
              <a:t>NYC → Denver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2.46 days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38160" y="14630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2.46 days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201168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011680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E4A"/>
                </a:solidFill>
              </a:rPr>
              <a:t>Miami → Dallas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2286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2.31 days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38160" y="21488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2.31 days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269748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2697480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27523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E4A"/>
                </a:solidFill>
              </a:rPr>
              <a:t>Houston → Denver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2971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2.27 days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38160" y="28346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2.27 days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52160" y="338328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52160" y="3383280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438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E4A"/>
                </a:solidFill>
              </a:rPr>
              <a:t>LA → Denver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80760" y="3657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2.30 days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138160" y="3520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2.30 days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18795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July saw the lowest avg delay (1.2 days) — investigate operational changes that month to replicate success.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Tejas Chavan  ·  Transport &amp; Logistics Dashboard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ROUTE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shipments: Origin × Destination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29184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822960"/>
                <a:gridCol w="914400"/>
                <a:gridCol w="914400"/>
                <a:gridCol w="91440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Tejas Chavan  ·  Transport &amp; Logistics Dashboard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KEY INSIGHTS &amp;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36192"/>
            <a:ext cx="329184" cy="329184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on-time delivery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16.4% of shipments arrive on time. This is a critical operational gap requiring immediate attention to routing and scheduling.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536192"/>
            <a:ext cx="329184" cy="32918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cancellation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19019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 cancellation rate impacts revenue significantly. Root cause analysis by mode and route is recommended.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36392"/>
            <a:ext cx="329184" cy="329184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mode distribution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5021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transport modes carry roughly equal volume (~1,250 each), indicating good network utilization across Ship, Truck, Air, and Rail.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7180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136392"/>
            <a:ext cx="329184" cy="32918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is the top destination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35021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receives 1,205 shipments — 24% of total volume. Optimising Dallas routes could yield the highest overall performance gains.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Tejas Chavan  ·  Transport &amp; Logistics Dashboard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and discuss how I can add value to your team.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32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GitHub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2532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github.com/Tejaschavan5109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54864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91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3191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Transport-Logistics-Management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54864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96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Stack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3849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Power BI · Python · SQL · 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Data Analyst · Data Scientist · Power BI Developer roles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&amp; Logistics Dashboard</dc:title>
  <dc:subject>PptxGenJS Presentation</dc:subject>
  <dc:creator>Tejas Chavan</dc:creator>
  <cp:lastModifiedBy>Tejas Chavan</cp:lastModifiedBy>
  <cp:revision>1</cp:revision>
  <dcterms:created xsi:type="dcterms:W3CDTF">2026-03-23T17:53:39Z</dcterms:created>
  <dcterms:modified xsi:type="dcterms:W3CDTF">2026-03-23T17:53:39Z</dcterms:modified>
</cp:coreProperties>
</file>